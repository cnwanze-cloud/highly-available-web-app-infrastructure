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53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16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0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150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185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155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0533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678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665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112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888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AAFCF-AB52-4D22-ADAA-CE9D320EBD36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EF13CB-ECD0-48E6-A6EE-1D8F38262E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599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2921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28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547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5239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52236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1440"/>
            <a:ext cx="12192000" cy="69494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1604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9489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49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61246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450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1778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80798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0454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037627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454014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6829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039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826393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8660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580606"/>
            <a:ext cx="12192000" cy="2225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1078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1854927"/>
            <a:ext cx="12192000" cy="2272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348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Chigozie Nwanze</dc:creator>
  <cp:lastModifiedBy>Chigozie Nwanze</cp:lastModifiedBy>
  <cp:revision>3</cp:revision>
  <dcterms:created xsi:type="dcterms:W3CDTF">2026-04-16T14:27:02Z</dcterms:created>
  <dcterms:modified xsi:type="dcterms:W3CDTF">2026-04-16T14:37:07Z</dcterms:modified>
</cp:coreProperties>
</file>